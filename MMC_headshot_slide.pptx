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87B8-9732-5D8B-8181-7CF71B5E8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F8767-7CC5-DFE1-98BA-E14A778F3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636E-7F74-06D6-8BE8-40C27B03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02097-0442-4764-AFEB-2747EAB2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6E55D-C769-CCFD-3E57-2216CA55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2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268B6-BC16-50B8-44BD-BBC02C6C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1335-E421-BAAF-F3CD-E817F52A7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9F21B-F9FB-B319-3CE6-0D1B2A98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0A325-2CDB-C977-AF5F-1ECBA919F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0E7A9-561A-992E-D74F-E6F51FCF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7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89911-12FF-5536-C80B-4228564D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BD8D1-BBBC-A426-C638-6FA2A7CAF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74AEB-FDB5-6FB7-C491-AD232971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58BCD-D122-DB15-C80D-865B39E0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D1BF2-0E87-97DD-1DCA-0EDA8A5A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0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6CE0-30EA-5C53-F639-E6C4D2DF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B0F02-D1E0-EACC-1810-5DACD4945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65BE9-ACAD-AABE-01C1-99C3C91EB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56BF4-92E9-AA28-D199-23D871E0A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F5DB6-5009-76C2-DB0D-849599369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86AE9-3A19-716C-0436-A6E7DD18A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6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0003-BA12-10BE-4AD1-EFC5CCF6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D0904-66F3-DFB9-32EB-FFF098293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4D477-BA31-C75D-404D-DD92F90E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300B3-AAA1-EAC0-8FDF-28F2E5AB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D2994-38E6-A16E-E434-B2CAAC5B0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7EA0F-132F-1409-C730-5ACD4B73D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87042F-6B00-A039-A8FA-8CD904F1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6605FC-E1F4-088B-44AF-C2195B33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7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E9AB-2580-1C53-A6D9-6C0BC1D4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64C4A-81CC-177C-8601-9AB5FBFF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113A82-8D84-300D-1CD2-8D0D2F0B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6FF90-E9B6-D56B-675E-C560F6BD2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7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0D482-9D80-A9BF-85D2-4D75287AE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E26C0-27D9-E403-15CE-CF78D713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135C2-42D7-CF6B-DDAE-54F83FF6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4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A1F8-4FFF-2D4D-1BAC-E17C62A8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168C-88D7-C24A-16EE-E67511316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F4D51-6474-AE01-8962-5290CD0B2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EA66D-213A-483C-4193-C619DD6E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AC1A8-59F7-96AD-8AAB-9EFF09C5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7DFB1-B548-C69D-F30C-48B84269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5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EEEA-E239-DD0A-0A43-7361222A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577BA-9AA8-6E25-A98E-EA1E004B9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387F1-1F0C-8920-53A3-05FB87671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196D1-DE8C-E507-1362-F221EEA2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987EE-B83A-7D68-D45E-E5FD348B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AE04C-2719-24B1-2F96-213FBA6E6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5FDE-7D8F-F3A6-11B9-DBDCD5CE2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2CB35-9330-7097-BE36-C0C19053E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16D20-09C6-1970-518D-70F66CE44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ED1D-C466-AE34-5279-2453341C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10A1E-33D9-5F67-7839-C5F4583C4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6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AE5E3-8CFD-FE55-D028-2A0BC33D7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6B1A7-34BA-690D-18B1-E6D69B894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60D38-7F81-BE1C-D9C4-7BC08F27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2BDF-CE2F-0FEB-DD13-55E3246D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59875-1B82-38B9-1788-08385728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98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7415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30717B-C5CF-2E29-F32A-E5621F581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E1720-0FD1-AAD9-0BDA-2EE5BD539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8B28-CB82-7B5B-AF0A-2F45FCA38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2AB60-B331-2244-BABA-5E69F240C4F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AE276-D3DA-4FA4-6118-7F30A977D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2DB34-FFBC-66E4-7AFC-F45B4667E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10497-6E0A-D04D-AFE1-FF3FCD0C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71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7 &quot;Harrison Gu&quot; profiles | LinkedIn">
            <a:extLst>
              <a:ext uri="{FF2B5EF4-FFF2-40B4-BE49-F238E27FC236}">
                <a16:creationId xmlns:a16="http://schemas.microsoft.com/office/drawing/2014/main" id="{6F60A788-1F4A-3541-558C-4DEAB1FAA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087" y="1775185"/>
            <a:ext cx="1314297" cy="1314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arrison Martel - Biomolecular Engineering, CS, &amp; Business @ Johns Hopkins  University | LinkedIn">
            <a:extLst>
              <a:ext uri="{FF2B5EF4-FFF2-40B4-BE49-F238E27FC236}">
                <a16:creationId xmlns:a16="http://schemas.microsoft.com/office/drawing/2014/main" id="{82D733A8-C2DB-3DF6-5D81-F2EB12D5F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293" y="3718037"/>
            <a:ext cx="1456367" cy="145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Ariadne Garcia Reyes - Molecular and Cellular Biology Student at The Johns  Hopkins University | LinkedIn">
            <a:extLst>
              <a:ext uri="{FF2B5EF4-FFF2-40B4-BE49-F238E27FC236}">
                <a16:creationId xmlns:a16="http://schemas.microsoft.com/office/drawing/2014/main" id="{9DBBB551-BFB7-4A65-FBC7-5872F6FDA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455" y="3768521"/>
            <a:ext cx="1405883" cy="140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David Kobobel - Football - Johns Hopkins University Athletics">
            <a:extLst>
              <a:ext uri="{FF2B5EF4-FFF2-40B4-BE49-F238E27FC236}">
                <a16:creationId xmlns:a16="http://schemas.microsoft.com/office/drawing/2014/main" id="{92C5F9FC-1E01-3AB3-E11E-B4C0B0DB8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205" y="3698753"/>
            <a:ext cx="955288" cy="143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Emily Song | Chilkoti Group">
            <a:extLst>
              <a:ext uri="{FF2B5EF4-FFF2-40B4-BE49-F238E27FC236}">
                <a16:creationId xmlns:a16="http://schemas.microsoft.com/office/drawing/2014/main" id="{64BF9F8B-33A1-4B68-162B-A9A75C69E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572" y="3752613"/>
            <a:ext cx="1676982" cy="137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Daniel J. Hutcherson | Managing Partner &amp; Financial Advisor in Louisville,  KY | Savant Wealth Management">
            <a:extLst>
              <a:ext uri="{FF2B5EF4-FFF2-40B4-BE49-F238E27FC236}">
                <a16:creationId xmlns:a16="http://schemas.microsoft.com/office/drawing/2014/main" id="{4B8D9C5D-BAB6-EEAB-6AF0-89FFCDFFC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66" y="1776222"/>
            <a:ext cx="1308820" cy="130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AFEAB7-3AEC-9970-0174-EA885FF964B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7689" b="11006"/>
          <a:stretch/>
        </p:blipFill>
        <p:spPr>
          <a:xfrm>
            <a:off x="3435396" y="1829622"/>
            <a:ext cx="1295527" cy="1322661"/>
          </a:xfrm>
          <a:prstGeom prst="rect">
            <a:avLst/>
          </a:prstGeom>
        </p:spPr>
      </p:pic>
      <p:pic>
        <p:nvPicPr>
          <p:cNvPr id="14" name="Picture 14" descr="Jeffrey Bohrer - Statistics + Chemistry @ Duke University | University  Scholar | QuestBridge Scholar | LinkedIn">
            <a:extLst>
              <a:ext uri="{FF2B5EF4-FFF2-40B4-BE49-F238E27FC236}">
                <a16:creationId xmlns:a16="http://schemas.microsoft.com/office/drawing/2014/main" id="{C39BBE33-89F5-BDA1-C3E4-A5839537D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756" y="1776222"/>
            <a:ext cx="1314298" cy="131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6" descr="Meet the team — Suez Lab">
            <a:extLst>
              <a:ext uri="{FF2B5EF4-FFF2-40B4-BE49-F238E27FC236}">
                <a16:creationId xmlns:a16="http://schemas.microsoft.com/office/drawing/2014/main" id="{C32B95AF-CE0B-3FBD-2F6D-E97209D01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980" y="1422961"/>
            <a:ext cx="1081663" cy="165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9F4F9D-B312-8723-4EDE-CBE17C6796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2226" y="1725113"/>
            <a:ext cx="1061140" cy="14148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FD631B-9857-8613-1837-F763190A8050}"/>
              </a:ext>
            </a:extLst>
          </p:cNvPr>
          <p:cNvSpPr txBox="1"/>
          <p:nvPr/>
        </p:nvSpPr>
        <p:spPr>
          <a:xfrm>
            <a:off x="2162382" y="3139965"/>
            <a:ext cx="82266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Daniel Hutcherson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43D342-5517-D795-BB8E-1BA59FC93890}"/>
              </a:ext>
            </a:extLst>
          </p:cNvPr>
          <p:cNvSpPr txBox="1"/>
          <p:nvPr/>
        </p:nvSpPr>
        <p:spPr>
          <a:xfrm>
            <a:off x="4714936" y="3166861"/>
            <a:ext cx="9541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9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Isabella Huang</a:t>
            </a:r>
            <a:endParaRPr lang="en-US" sz="20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1FB3C1-1BB8-CBAB-93CD-08CC1C787664}"/>
              </a:ext>
            </a:extLst>
          </p:cNvPr>
          <p:cNvSpPr txBox="1"/>
          <p:nvPr/>
        </p:nvSpPr>
        <p:spPr>
          <a:xfrm>
            <a:off x="6554180" y="3198642"/>
            <a:ext cx="6014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Harrison Gu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31967-FB10-B3A2-585E-989437734121}"/>
              </a:ext>
            </a:extLst>
          </p:cNvPr>
          <p:cNvSpPr txBox="1"/>
          <p:nvPr/>
        </p:nvSpPr>
        <p:spPr>
          <a:xfrm>
            <a:off x="8141839" y="3177853"/>
            <a:ext cx="66877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Jeffrey </a:t>
            </a:r>
            <a:r>
              <a:rPr lang="en-US" sz="6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Bohrer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2AD1C8-9964-FFA6-2CE0-14B892D52CC5}"/>
              </a:ext>
            </a:extLst>
          </p:cNvPr>
          <p:cNvSpPr txBox="1"/>
          <p:nvPr/>
        </p:nvSpPr>
        <p:spPr>
          <a:xfrm>
            <a:off x="9530765" y="3196344"/>
            <a:ext cx="49885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Weil Chu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AE3D37-E1D8-B7D0-2A18-2B5BB25C53AB}"/>
              </a:ext>
            </a:extLst>
          </p:cNvPr>
          <p:cNvSpPr txBox="1"/>
          <p:nvPr/>
        </p:nvSpPr>
        <p:spPr>
          <a:xfrm>
            <a:off x="2839528" y="5172390"/>
            <a:ext cx="5757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Emily Song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06307-90E9-C568-45FB-A25263478F73}"/>
              </a:ext>
            </a:extLst>
          </p:cNvPr>
          <p:cNvSpPr txBox="1"/>
          <p:nvPr/>
        </p:nvSpPr>
        <p:spPr>
          <a:xfrm>
            <a:off x="4359251" y="5266849"/>
            <a:ext cx="71365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Harrison Martel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200D4F-5F85-799F-2858-2D08C68D3535}"/>
              </a:ext>
            </a:extLst>
          </p:cNvPr>
          <p:cNvSpPr txBox="1"/>
          <p:nvPr/>
        </p:nvSpPr>
        <p:spPr>
          <a:xfrm>
            <a:off x="6623780" y="5266737"/>
            <a:ext cx="69281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Ariadne Reyes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F163B6-08EA-F080-3A70-752CC7BCAE6D}"/>
              </a:ext>
            </a:extLst>
          </p:cNvPr>
          <p:cNvSpPr txBox="1"/>
          <p:nvPr/>
        </p:nvSpPr>
        <p:spPr>
          <a:xfrm>
            <a:off x="7902921" y="5174404"/>
            <a:ext cx="6896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David </a:t>
            </a:r>
            <a:r>
              <a:rPr lang="en-US" sz="6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Kobobel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B800DBD-C4C7-71BB-0F11-B1E97131D125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7661" r="17091"/>
          <a:stretch/>
        </p:blipFill>
        <p:spPr>
          <a:xfrm>
            <a:off x="9165232" y="3624181"/>
            <a:ext cx="955289" cy="149736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857030-EFFA-2F42-5AEE-C8DCE3D1B4BE}"/>
              </a:ext>
            </a:extLst>
          </p:cNvPr>
          <p:cNvSpPr txBox="1"/>
          <p:nvPr/>
        </p:nvSpPr>
        <p:spPr>
          <a:xfrm>
            <a:off x="8999703" y="5174404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Jack Anderson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53E05E-C115-D828-BC1C-0F50CE7A1144}"/>
              </a:ext>
            </a:extLst>
          </p:cNvPr>
          <p:cNvSpPr txBox="1"/>
          <p:nvPr/>
        </p:nvSpPr>
        <p:spPr>
          <a:xfrm>
            <a:off x="3636351" y="3139965"/>
            <a:ext cx="7168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rgbClr val="000000"/>
              </a:buClr>
            </a:pPr>
            <a:r>
              <a:rPr lang="en-US" sz="600" kern="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Dmitry </a:t>
            </a:r>
            <a:r>
              <a:rPr lang="en-US" sz="600" kern="0" dirty="0" err="1">
                <a:solidFill>
                  <a:srgbClr val="FFFFFF"/>
                </a:solidFill>
                <a:latin typeface="Arial"/>
                <a:cs typeface="Arial"/>
                <a:sym typeface="Arial"/>
              </a:rPr>
              <a:t>Kisselev</a:t>
            </a:r>
            <a:endParaRPr lang="en-US" sz="14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406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Degregori, Samuel</dc:creator>
  <cp:lastModifiedBy>Degregori, Samuel</cp:lastModifiedBy>
  <cp:revision>1</cp:revision>
  <dcterms:created xsi:type="dcterms:W3CDTF">2026-08-24T18:39:54Z</dcterms:created>
  <dcterms:modified xsi:type="dcterms:W3CDTF">2026-08-24T18:40:40Z</dcterms:modified>
</cp:coreProperties>
</file>